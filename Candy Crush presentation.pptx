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8"/>
    <p:restoredTop sz="96327"/>
  </p:normalViewPr>
  <p:slideViewPr>
    <p:cSldViewPr snapToGrid="0" snapToObjects="1">
      <p:cViewPr varScale="1">
        <p:scale>
          <a:sx n="90" d="100"/>
          <a:sy n="90" d="100"/>
        </p:scale>
        <p:origin x="21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6A5D-1100-B349-84B6-60A4D24CD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RO" dirty="0"/>
              <a:t>Candy Crush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44733-FA83-0E4F-B995-C0119F3E1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RO" dirty="0"/>
              <a:t>Ardelean marcus	</a:t>
            </a:r>
          </a:p>
          <a:p>
            <a:r>
              <a:rPr lang="en-GB" dirty="0"/>
              <a:t>I</a:t>
            </a:r>
            <a:r>
              <a:rPr lang="en-RO" dirty="0"/>
              <a:t>nformatica ii</a:t>
            </a:r>
          </a:p>
        </p:txBody>
      </p:sp>
    </p:spTree>
    <p:extLst>
      <p:ext uri="{BB962C8B-B14F-4D97-AF65-F5344CB8AC3E}">
        <p14:creationId xmlns:p14="http://schemas.microsoft.com/office/powerpoint/2010/main" val="118770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AD94-C311-8A46-9F89-B4B1D93D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FUNCTIONALITATE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43DAD-CE2B-E84D-9DA5-9E671F600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RO" dirty="0"/>
              <a:t> functie genereaza o matrice de 11x11 cu elemente random</a:t>
            </a:r>
          </a:p>
          <a:p>
            <a:r>
              <a:rPr lang="en-RO" dirty="0"/>
              <a:t>Se vor elimina din matrice toate formatiile care se gasesc in functie</a:t>
            </a:r>
          </a:p>
          <a:p>
            <a:r>
              <a:rPr lang="en-GB" dirty="0"/>
              <a:t>S</a:t>
            </a:r>
            <a:r>
              <a:rPr lang="en-RO" dirty="0"/>
              <a:t>e joaca 1000 de jocuri a cate 10000 de mutari sau pana cand nu mai exista mutari posibile</a:t>
            </a:r>
          </a:p>
          <a:p>
            <a:pPr marL="0" indent="0">
              <a:buNone/>
            </a:pP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0020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6FEA-BFB0-6E45-AA02-32E7AAC4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RO" dirty="0"/>
              <a:t>um functioneaza jocul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E41A8-2CE3-E948-8C78-99A97AC25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RO" dirty="0"/>
              <a:t>e compara elementele din matrice iar daca acestea sunt egale si formeaza una dintre cele 5 formatiuni (L, T, linie de 5, 4 sau 3) atunci schimb valoarea acestora in 0. Pe urma, printr-o functie drop, urc toate bomboanele care au fost zdrobite in partea de sus a matricii dupa care prin functia inlocuire le schimb din nou cu bomboane random </a:t>
            </a:r>
          </a:p>
          <a:p>
            <a:r>
              <a:rPr lang="en-RO" dirty="0"/>
              <a:t>Acest proces se repeta pana cand numarul de mutari maxim este atins, sau nu mai exista alte formatiuni disponibile</a:t>
            </a:r>
          </a:p>
        </p:txBody>
      </p:sp>
    </p:spTree>
    <p:extLst>
      <p:ext uri="{BB962C8B-B14F-4D97-AF65-F5344CB8AC3E}">
        <p14:creationId xmlns:p14="http://schemas.microsoft.com/office/powerpoint/2010/main" val="176568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B72D-D27E-0B48-A9D9-B83B8080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Probleme intalnite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AF7A-1096-3D42-9B7E-6920A5797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Una dintre probleme a fost gasirea unei modalitati de a urca bomboanele care au fost zdrobite in partea de sus a matricii</a:t>
            </a:r>
          </a:p>
          <a:p>
            <a:r>
              <a:rPr lang="en-RO" dirty="0"/>
              <a:t>Un obstacol a fost gasirea tuturor formatiunilor posibile, a fost o treaba migaloasa, care a durat destul de mult. 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60328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6DD2-7BF0-B243-821A-E56328D1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Statistici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33CC7-A644-0E49-93D4-FF58A449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La rularea a 10 jocuri, algoritmul a obtinut urmatoarele rezultate:</a:t>
            </a:r>
          </a:p>
          <a:p>
            <a:pPr lvl="1"/>
            <a:r>
              <a:rPr lang="en-GB" dirty="0" err="1"/>
              <a:t>Scor</a:t>
            </a:r>
            <a:r>
              <a:rPr lang="en-GB" dirty="0"/>
              <a:t> </a:t>
            </a:r>
            <a:r>
              <a:rPr lang="en-GB" dirty="0" err="1"/>
              <a:t>mediu</a:t>
            </a:r>
            <a:r>
              <a:rPr lang="en-GB" dirty="0"/>
              <a:t>/10000 </a:t>
            </a:r>
            <a:r>
              <a:rPr lang="en-GB" dirty="0" err="1"/>
              <a:t>mutari</a:t>
            </a:r>
            <a:r>
              <a:rPr lang="en-GB" dirty="0"/>
              <a:t>: 9,55</a:t>
            </a:r>
          </a:p>
          <a:p>
            <a:pPr lvl="1"/>
            <a:r>
              <a:rPr lang="en-GB" dirty="0" err="1"/>
              <a:t>Medie</a:t>
            </a:r>
            <a:r>
              <a:rPr lang="en-GB" dirty="0"/>
              <a:t> </a:t>
            </a:r>
            <a:r>
              <a:rPr lang="en-GB" dirty="0" err="1"/>
              <a:t>scor</a:t>
            </a:r>
            <a:r>
              <a:rPr lang="en-GB" dirty="0"/>
              <a:t>/</a:t>
            </a:r>
            <a:r>
              <a:rPr lang="en-GB" dirty="0" err="1"/>
              <a:t>joc</a:t>
            </a:r>
            <a:r>
              <a:rPr lang="en-GB" dirty="0"/>
              <a:t> : 92000</a:t>
            </a:r>
          </a:p>
          <a:p>
            <a:pPr lvl="1"/>
            <a:r>
              <a:rPr lang="en-GB" dirty="0" err="1"/>
              <a:t>Timp</a:t>
            </a:r>
            <a:r>
              <a:rPr lang="en-GB" dirty="0"/>
              <a:t> </a:t>
            </a:r>
            <a:r>
              <a:rPr lang="en-GB" dirty="0" err="1"/>
              <a:t>executie</a:t>
            </a:r>
            <a:r>
              <a:rPr lang="en-GB" dirty="0"/>
              <a:t>/ </a:t>
            </a:r>
            <a:r>
              <a:rPr lang="en-GB" dirty="0" err="1"/>
              <a:t>joc</a:t>
            </a:r>
            <a:r>
              <a:rPr lang="en-GB" dirty="0"/>
              <a:t>: 9.77 sec</a:t>
            </a:r>
            <a:endParaRPr lang="en-RO" dirty="0"/>
          </a:p>
          <a:p>
            <a:pPr marL="457200" lvl="1" indent="0">
              <a:buNone/>
            </a:pPr>
            <a:r>
              <a:rPr lang="en-RO" dirty="0"/>
              <a:t>Codul final are 840 linii de cod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40139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23</TotalTime>
  <Words>231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Candy Crush game</vt:lpstr>
      <vt:lpstr>FUNCTIONALITATE</vt:lpstr>
      <vt:lpstr>Cum functioneaza jocul</vt:lpstr>
      <vt:lpstr>Probleme intalnite </vt:lpstr>
      <vt:lpstr>Statistici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Crush game</dc:title>
  <dc:creator>Marcus Emanuel Ardelean</dc:creator>
  <cp:lastModifiedBy>Marcus Emanuel Ardelean</cp:lastModifiedBy>
  <cp:revision>3</cp:revision>
  <dcterms:created xsi:type="dcterms:W3CDTF">2020-12-07T12:37:44Z</dcterms:created>
  <dcterms:modified xsi:type="dcterms:W3CDTF">2020-12-07T13:01:12Z</dcterms:modified>
</cp:coreProperties>
</file>